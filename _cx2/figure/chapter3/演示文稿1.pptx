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>
        <p:scale>
          <a:sx n="147" d="100"/>
          <a:sy n="147" d="100"/>
        </p:scale>
        <p:origin x="672" y="-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7405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44857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4202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8109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62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36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236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6836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5971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25443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774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55579-153F-C64E-86BA-C36C17F2AD10}" type="datetimeFigureOut">
              <a:rPr kumimoji="1" lang="zh-CN" altLang="en-US" smtClean="0"/>
              <a:t>2026/8/18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FC8FCB-4C18-E14B-A032-02C672CC81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0203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F86617CA-56DB-F904-0B99-C91BDA8DF8C9}"/>
              </a:ext>
            </a:extLst>
          </p:cNvPr>
          <p:cNvGrpSpPr/>
          <p:nvPr/>
        </p:nvGrpSpPr>
        <p:grpSpPr>
          <a:xfrm>
            <a:off x="1652344" y="4671290"/>
            <a:ext cx="1645920" cy="408349"/>
            <a:chOff x="2423160" y="4218359"/>
            <a:chExt cx="1645920" cy="408349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54D60C0-2F45-5F09-F66C-8BA954D8A452}"/>
                </a:ext>
              </a:extLst>
            </p:cNvPr>
            <p:cNvSpPr/>
            <p:nvPr/>
          </p:nvSpPr>
          <p:spPr>
            <a:xfrm>
              <a:off x="2423160" y="4218359"/>
              <a:ext cx="1645920" cy="27744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梯形 4">
              <a:extLst>
                <a:ext uri="{FF2B5EF4-FFF2-40B4-BE49-F238E27FC236}">
                  <a16:creationId xmlns:a16="http://schemas.microsoft.com/office/drawing/2014/main" id="{236C4438-E1B4-7098-E70B-A85BE178FA4B}"/>
                </a:ext>
              </a:extLst>
            </p:cNvPr>
            <p:cNvSpPr/>
            <p:nvPr/>
          </p:nvSpPr>
          <p:spPr>
            <a:xfrm rot="10800000">
              <a:off x="2529840" y="4495800"/>
              <a:ext cx="1432560" cy="130908"/>
            </a:xfrm>
            <a:prstGeom prst="trapezoid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2034B35-03A4-5D35-0D88-DE8919F768B4}"/>
              </a:ext>
            </a:extLst>
          </p:cNvPr>
          <p:cNvGrpSpPr/>
          <p:nvPr/>
        </p:nvGrpSpPr>
        <p:grpSpPr>
          <a:xfrm>
            <a:off x="1488830" y="4386516"/>
            <a:ext cx="138516" cy="682420"/>
            <a:chOff x="2076380" y="3962401"/>
            <a:chExt cx="138516" cy="112358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D0E3B01-97B6-04B5-A37B-7A5DA8D49C64}"/>
                </a:ext>
              </a:extLst>
            </p:cNvPr>
            <p:cNvSpPr/>
            <p:nvPr/>
          </p:nvSpPr>
          <p:spPr>
            <a:xfrm rot="5400000">
              <a:off x="1583849" y="4454936"/>
              <a:ext cx="1123578" cy="138515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5" name="直线连接符 14">
              <a:extLst>
                <a:ext uri="{FF2B5EF4-FFF2-40B4-BE49-F238E27FC236}">
                  <a16:creationId xmlns:a16="http://schemas.microsoft.com/office/drawing/2014/main" id="{BF3218AC-61C9-2D51-41D8-6C32862A9833}"/>
                </a:ext>
              </a:extLst>
            </p:cNvPr>
            <p:cNvCxnSpPr/>
            <p:nvPr/>
          </p:nvCxnSpPr>
          <p:spPr>
            <a:xfrm>
              <a:off x="2214896" y="3962401"/>
              <a:ext cx="0" cy="11235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F82080D3-51CE-B6DF-6AA7-0927C5CC317F}"/>
              </a:ext>
            </a:extLst>
          </p:cNvPr>
          <p:cNvGrpSpPr/>
          <p:nvPr/>
        </p:nvGrpSpPr>
        <p:grpSpPr>
          <a:xfrm>
            <a:off x="3321955" y="4386516"/>
            <a:ext cx="148077" cy="682419"/>
            <a:chOff x="4034027" y="3991824"/>
            <a:chExt cx="148077" cy="112358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2CA51F64-2FBE-B634-0CDA-1334A877AAFD}"/>
                </a:ext>
              </a:extLst>
            </p:cNvPr>
            <p:cNvSpPr/>
            <p:nvPr/>
          </p:nvSpPr>
          <p:spPr>
            <a:xfrm rot="5400000">
              <a:off x="3549208" y="4482507"/>
              <a:ext cx="1123579" cy="142213"/>
            </a:xfrm>
            <a:prstGeom prst="rect">
              <a:avLst/>
            </a:prstGeom>
            <a:pattFill prst="wdDn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16" name="直线连接符 15">
              <a:extLst>
                <a:ext uri="{FF2B5EF4-FFF2-40B4-BE49-F238E27FC236}">
                  <a16:creationId xmlns:a16="http://schemas.microsoft.com/office/drawing/2014/main" id="{94612E54-9F74-8BD2-571C-119831F45DC8}"/>
                </a:ext>
              </a:extLst>
            </p:cNvPr>
            <p:cNvCxnSpPr/>
            <p:nvPr/>
          </p:nvCxnSpPr>
          <p:spPr>
            <a:xfrm>
              <a:off x="4034027" y="3991826"/>
              <a:ext cx="0" cy="112357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9CA17733-DE55-53EA-EFD2-94B03B99A53C}"/>
              </a:ext>
            </a:extLst>
          </p:cNvPr>
          <p:cNvGrpSpPr/>
          <p:nvPr/>
        </p:nvGrpSpPr>
        <p:grpSpPr>
          <a:xfrm>
            <a:off x="779642" y="5124362"/>
            <a:ext cx="3387949" cy="372954"/>
            <a:chOff x="1494693" y="5082304"/>
            <a:chExt cx="3387949" cy="372954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8385BA31-F413-3CAE-FB1A-96A0529F681A}"/>
                </a:ext>
              </a:extLst>
            </p:cNvPr>
            <p:cNvSpPr/>
            <p:nvPr/>
          </p:nvSpPr>
          <p:spPr>
            <a:xfrm>
              <a:off x="1820985" y="5082304"/>
              <a:ext cx="2813537" cy="266091"/>
            </a:xfrm>
            <a:prstGeom prst="rect">
              <a:avLst/>
            </a:prstGeom>
            <a:blipFill>
              <a:blip r:embed="rId2"/>
              <a:tile tx="0" ty="0" sx="100000" sy="100000" flip="none" algn="tl"/>
            </a:blip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B5F1A6B-4BE7-FE46-C663-A48823A29178}"/>
                </a:ext>
              </a:extLst>
            </p:cNvPr>
            <p:cNvSpPr/>
            <p:nvPr/>
          </p:nvSpPr>
          <p:spPr>
            <a:xfrm>
              <a:off x="1494693" y="5348396"/>
              <a:ext cx="3387949" cy="10686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A07B10E3-EDAB-3A4D-F211-05654FB4C45E}"/>
              </a:ext>
            </a:extLst>
          </p:cNvPr>
          <p:cNvGrpSpPr/>
          <p:nvPr/>
        </p:nvGrpSpPr>
        <p:grpSpPr>
          <a:xfrm>
            <a:off x="1875978" y="5085650"/>
            <a:ext cx="1137741" cy="50876"/>
            <a:chOff x="2352904" y="3444142"/>
            <a:chExt cx="1137741" cy="50876"/>
          </a:xfrm>
        </p:grpSpPr>
        <p:sp>
          <p:nvSpPr>
            <p:cNvPr id="21" name="三角形 20">
              <a:extLst>
                <a:ext uri="{FF2B5EF4-FFF2-40B4-BE49-F238E27FC236}">
                  <a16:creationId xmlns:a16="http://schemas.microsoft.com/office/drawing/2014/main" id="{9D1A4C7F-F72B-EC19-E2B0-48E503F2946B}"/>
                </a:ext>
              </a:extLst>
            </p:cNvPr>
            <p:cNvSpPr/>
            <p:nvPr/>
          </p:nvSpPr>
          <p:spPr>
            <a:xfrm rot="10800000">
              <a:off x="2352904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三角形 24">
              <a:extLst>
                <a:ext uri="{FF2B5EF4-FFF2-40B4-BE49-F238E27FC236}">
                  <a16:creationId xmlns:a16="http://schemas.microsoft.com/office/drawing/2014/main" id="{B62FC694-C9A0-8F3A-CEB5-70B452827E7D}"/>
                </a:ext>
              </a:extLst>
            </p:cNvPr>
            <p:cNvSpPr/>
            <p:nvPr/>
          </p:nvSpPr>
          <p:spPr>
            <a:xfrm rot="10800000">
              <a:off x="2593622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三角形 25">
              <a:extLst>
                <a:ext uri="{FF2B5EF4-FFF2-40B4-BE49-F238E27FC236}">
                  <a16:creationId xmlns:a16="http://schemas.microsoft.com/office/drawing/2014/main" id="{7C8CE8D6-D50C-61D6-1B50-D3C78EEFE732}"/>
                </a:ext>
              </a:extLst>
            </p:cNvPr>
            <p:cNvSpPr/>
            <p:nvPr/>
          </p:nvSpPr>
          <p:spPr>
            <a:xfrm rot="10800000">
              <a:off x="2473263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三角形 26">
              <a:extLst>
                <a:ext uri="{FF2B5EF4-FFF2-40B4-BE49-F238E27FC236}">
                  <a16:creationId xmlns:a16="http://schemas.microsoft.com/office/drawing/2014/main" id="{89E8FA32-0486-A6D4-138B-CB87C7056B3E}"/>
                </a:ext>
              </a:extLst>
            </p:cNvPr>
            <p:cNvSpPr/>
            <p:nvPr/>
          </p:nvSpPr>
          <p:spPr>
            <a:xfrm rot="10800000">
              <a:off x="2713981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三角形 27">
              <a:extLst>
                <a:ext uri="{FF2B5EF4-FFF2-40B4-BE49-F238E27FC236}">
                  <a16:creationId xmlns:a16="http://schemas.microsoft.com/office/drawing/2014/main" id="{C404557D-754E-5E3F-AF6B-9E8952880D33}"/>
                </a:ext>
              </a:extLst>
            </p:cNvPr>
            <p:cNvSpPr/>
            <p:nvPr/>
          </p:nvSpPr>
          <p:spPr>
            <a:xfrm rot="10800000">
              <a:off x="2834340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三角形 28">
              <a:extLst>
                <a:ext uri="{FF2B5EF4-FFF2-40B4-BE49-F238E27FC236}">
                  <a16:creationId xmlns:a16="http://schemas.microsoft.com/office/drawing/2014/main" id="{6512236F-B98E-B429-C9CB-2251140B8F62}"/>
                </a:ext>
              </a:extLst>
            </p:cNvPr>
            <p:cNvSpPr/>
            <p:nvPr/>
          </p:nvSpPr>
          <p:spPr>
            <a:xfrm rot="10800000">
              <a:off x="3075058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三角形 29">
              <a:extLst>
                <a:ext uri="{FF2B5EF4-FFF2-40B4-BE49-F238E27FC236}">
                  <a16:creationId xmlns:a16="http://schemas.microsoft.com/office/drawing/2014/main" id="{91E4708D-CD47-7928-87D3-D79FD7045633}"/>
                </a:ext>
              </a:extLst>
            </p:cNvPr>
            <p:cNvSpPr/>
            <p:nvPr/>
          </p:nvSpPr>
          <p:spPr>
            <a:xfrm rot="10800000">
              <a:off x="2954699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三角形 30">
              <a:extLst>
                <a:ext uri="{FF2B5EF4-FFF2-40B4-BE49-F238E27FC236}">
                  <a16:creationId xmlns:a16="http://schemas.microsoft.com/office/drawing/2014/main" id="{1852FD8C-F33D-7D5C-0A4C-52E4F3D2A632}"/>
                </a:ext>
              </a:extLst>
            </p:cNvPr>
            <p:cNvSpPr/>
            <p:nvPr/>
          </p:nvSpPr>
          <p:spPr>
            <a:xfrm rot="10800000">
              <a:off x="3195417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2" name="三角形 31">
              <a:extLst>
                <a:ext uri="{FF2B5EF4-FFF2-40B4-BE49-F238E27FC236}">
                  <a16:creationId xmlns:a16="http://schemas.microsoft.com/office/drawing/2014/main" id="{82A4EA8E-16AB-2459-F719-74C851E1819A}"/>
                </a:ext>
              </a:extLst>
            </p:cNvPr>
            <p:cNvSpPr/>
            <p:nvPr/>
          </p:nvSpPr>
          <p:spPr>
            <a:xfrm rot="10800000">
              <a:off x="3315776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三角形 33">
              <a:extLst>
                <a:ext uri="{FF2B5EF4-FFF2-40B4-BE49-F238E27FC236}">
                  <a16:creationId xmlns:a16="http://schemas.microsoft.com/office/drawing/2014/main" id="{6603808A-8270-E8CF-C752-F7F074FEAD4C}"/>
                </a:ext>
              </a:extLst>
            </p:cNvPr>
            <p:cNvSpPr/>
            <p:nvPr/>
          </p:nvSpPr>
          <p:spPr>
            <a:xfrm rot="10800000">
              <a:off x="3436135" y="3444142"/>
              <a:ext cx="54510" cy="50876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1907893B-8043-E4BD-CF25-8C70382EFEC2}"/>
              </a:ext>
            </a:extLst>
          </p:cNvPr>
          <p:cNvCxnSpPr/>
          <p:nvPr/>
        </p:nvCxnSpPr>
        <p:spPr>
          <a:xfrm>
            <a:off x="2470170" y="4307671"/>
            <a:ext cx="0" cy="357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5C689A32-7595-4DF0-EA08-5A4844AAEB2D}"/>
              </a:ext>
            </a:extLst>
          </p:cNvPr>
          <p:cNvCxnSpPr>
            <a:cxnSpLocks/>
          </p:cNvCxnSpPr>
          <p:nvPr/>
        </p:nvCxnSpPr>
        <p:spPr>
          <a:xfrm>
            <a:off x="2275700" y="5617703"/>
            <a:ext cx="40414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FF5FA81C-6713-29E2-F466-C468D6E14334}"/>
              </a:ext>
            </a:extLst>
          </p:cNvPr>
          <p:cNvSpPr txBox="1"/>
          <p:nvPr/>
        </p:nvSpPr>
        <p:spPr>
          <a:xfrm>
            <a:off x="2070154" y="4078087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弹簧压紧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FBFAC5B2-FE7D-8CDF-3199-A4CE71324378}"/>
              </a:ext>
            </a:extLst>
          </p:cNvPr>
          <p:cNvSpPr txBox="1"/>
          <p:nvPr/>
        </p:nvSpPr>
        <p:spPr>
          <a:xfrm>
            <a:off x="2049911" y="56244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SimSun" panose="02010600030101010101" pitchFamily="2" charset="-122"/>
                <a:ea typeface="SimSun" panose="02010600030101010101" pitchFamily="2" charset="-122"/>
              </a:rPr>
              <a:t>转盘移动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12386998-46E8-F923-4CBC-0B500999A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372594" y="4326657"/>
            <a:ext cx="2104862" cy="117338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E609E344-6D40-8868-BC63-274B027C2C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390"/>
          <a:stretch>
            <a:fillRect/>
          </a:stretch>
        </p:blipFill>
        <p:spPr>
          <a:xfrm>
            <a:off x="619827" y="5908888"/>
            <a:ext cx="2563785" cy="2012276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2F40FF69-DBDD-D861-4A02-986192FE7C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9" t="26446" r="9603"/>
          <a:stretch>
            <a:fillRect/>
          </a:stretch>
        </p:blipFill>
        <p:spPr>
          <a:xfrm>
            <a:off x="3214648" y="5882656"/>
            <a:ext cx="3262807" cy="2038507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985A3259-AAF7-3383-E37F-C1FA1F753046}"/>
              </a:ext>
            </a:extLst>
          </p:cNvPr>
          <p:cNvSpPr/>
          <p:nvPr/>
        </p:nvSpPr>
        <p:spPr>
          <a:xfrm>
            <a:off x="3178277" y="5088318"/>
            <a:ext cx="786361" cy="3765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DCD95FC-31CC-6285-FED5-2319038A97F1}"/>
              </a:ext>
            </a:extLst>
          </p:cNvPr>
          <p:cNvSpPr/>
          <p:nvPr/>
        </p:nvSpPr>
        <p:spPr>
          <a:xfrm>
            <a:off x="4372593" y="4326657"/>
            <a:ext cx="2104862" cy="11733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B21DE73D-87D4-F8BB-5AD6-EFC7611C5FED}"/>
              </a:ext>
            </a:extLst>
          </p:cNvPr>
          <p:cNvCxnSpPr>
            <a:cxnSpLocks/>
          </p:cNvCxnSpPr>
          <p:nvPr/>
        </p:nvCxnSpPr>
        <p:spPr>
          <a:xfrm flipV="1">
            <a:off x="3964638" y="4326657"/>
            <a:ext cx="407954" cy="7616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线连接符 58">
            <a:extLst>
              <a:ext uri="{FF2B5EF4-FFF2-40B4-BE49-F238E27FC236}">
                <a16:creationId xmlns:a16="http://schemas.microsoft.com/office/drawing/2014/main" id="{E28889FD-BE4B-0608-E3CC-0A6AA0B867EC}"/>
              </a:ext>
            </a:extLst>
          </p:cNvPr>
          <p:cNvCxnSpPr>
            <a:cxnSpLocks/>
          </p:cNvCxnSpPr>
          <p:nvPr/>
        </p:nvCxnSpPr>
        <p:spPr>
          <a:xfrm>
            <a:off x="3964638" y="5464835"/>
            <a:ext cx="405276" cy="3248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28567BEC-F66F-53BD-F32A-77DE67CA3102}"/>
              </a:ext>
            </a:extLst>
          </p:cNvPr>
          <p:cNvGrpSpPr/>
          <p:nvPr/>
        </p:nvGrpSpPr>
        <p:grpSpPr>
          <a:xfrm>
            <a:off x="217716" y="3459496"/>
            <a:ext cx="6438819" cy="1273279"/>
            <a:chOff x="205410" y="3463951"/>
            <a:chExt cx="6416289" cy="1268824"/>
          </a:xfrm>
        </p:grpSpPr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7F2EC07-64EE-A99D-680B-F6D74C4D2A64}"/>
                </a:ext>
              </a:extLst>
            </p:cNvPr>
            <p:cNvGrpSpPr/>
            <p:nvPr/>
          </p:nvGrpSpPr>
          <p:grpSpPr>
            <a:xfrm>
              <a:off x="2510524" y="4513595"/>
              <a:ext cx="1991056" cy="219180"/>
              <a:chOff x="1494693" y="5082304"/>
              <a:chExt cx="3387949" cy="372954"/>
            </a:xfrm>
          </p:grpSpPr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CC9B986B-1D9C-77D7-D32F-52E8874675F4}"/>
                  </a:ext>
                </a:extLst>
              </p:cNvPr>
              <p:cNvSpPr/>
              <p:nvPr/>
            </p:nvSpPr>
            <p:spPr>
              <a:xfrm>
                <a:off x="1820985" y="5082304"/>
                <a:ext cx="2813537" cy="266091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761900BF-6A88-A501-C867-70F4758EB2EA}"/>
                  </a:ext>
                </a:extLst>
              </p:cNvPr>
              <p:cNvSpPr/>
              <p:nvPr/>
            </p:nvSpPr>
            <p:spPr>
              <a:xfrm>
                <a:off x="1494693" y="5348396"/>
                <a:ext cx="3387949" cy="10686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91BD0BC2-B2B0-9628-1332-CAADE32F2226}"/>
                </a:ext>
              </a:extLst>
            </p:cNvPr>
            <p:cNvGrpSpPr/>
            <p:nvPr/>
          </p:nvGrpSpPr>
          <p:grpSpPr>
            <a:xfrm>
              <a:off x="900043" y="4247330"/>
              <a:ext cx="967287" cy="239982"/>
              <a:chOff x="2423160" y="4218359"/>
              <a:chExt cx="1645920" cy="408349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50B72FE1-EFB1-6C3C-C46B-ED179997547D}"/>
                  </a:ext>
                </a:extLst>
              </p:cNvPr>
              <p:cNvSpPr/>
              <p:nvPr/>
            </p:nvSpPr>
            <p:spPr>
              <a:xfrm>
                <a:off x="2423160" y="4218359"/>
                <a:ext cx="1645920" cy="27744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" name="梯形 5">
                <a:extLst>
                  <a:ext uri="{FF2B5EF4-FFF2-40B4-BE49-F238E27FC236}">
                    <a16:creationId xmlns:a16="http://schemas.microsoft.com/office/drawing/2014/main" id="{5A593A36-285F-20B0-65BC-7EDF5E0638AF}"/>
                  </a:ext>
                </a:extLst>
              </p:cNvPr>
              <p:cNvSpPr/>
              <p:nvPr/>
            </p:nvSpPr>
            <p:spPr>
              <a:xfrm rot="10800000">
                <a:off x="2529840" y="4495800"/>
                <a:ext cx="1432560" cy="130908"/>
              </a:xfrm>
              <a:prstGeom prst="trapezoid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5524A45E-80E8-8DFE-38DB-AC1013CF23CB}"/>
                </a:ext>
              </a:extLst>
            </p:cNvPr>
            <p:cNvGrpSpPr/>
            <p:nvPr/>
          </p:nvGrpSpPr>
          <p:grpSpPr>
            <a:xfrm>
              <a:off x="803948" y="4079972"/>
              <a:ext cx="81404" cy="401050"/>
              <a:chOff x="2076380" y="3962401"/>
              <a:chExt cx="138516" cy="1123582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017252F-2F74-7793-FF8D-6D957C6DC098}"/>
                  </a:ext>
                </a:extLst>
              </p:cNvPr>
              <p:cNvSpPr/>
              <p:nvPr/>
            </p:nvSpPr>
            <p:spPr>
              <a:xfrm rot="5400000">
                <a:off x="1583849" y="4454936"/>
                <a:ext cx="1123578" cy="138515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9" name="直线连接符 8">
                <a:extLst>
                  <a:ext uri="{FF2B5EF4-FFF2-40B4-BE49-F238E27FC236}">
                    <a16:creationId xmlns:a16="http://schemas.microsoft.com/office/drawing/2014/main" id="{51B9409E-355E-7BF8-83ED-32D11D59B94B}"/>
                  </a:ext>
                </a:extLst>
              </p:cNvPr>
              <p:cNvCxnSpPr/>
              <p:nvPr/>
            </p:nvCxnSpPr>
            <p:spPr>
              <a:xfrm>
                <a:off x="2214896" y="3962401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1E423B2D-B061-4277-E3AF-8A4ADB2C7868}"/>
                </a:ext>
              </a:extLst>
            </p:cNvPr>
            <p:cNvGrpSpPr/>
            <p:nvPr/>
          </p:nvGrpSpPr>
          <p:grpSpPr>
            <a:xfrm>
              <a:off x="1881252" y="4079972"/>
              <a:ext cx="87023" cy="401049"/>
              <a:chOff x="4034027" y="3991824"/>
              <a:chExt cx="148077" cy="1123580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6086BFE7-6DF2-26EA-4654-9622C38E5C78}"/>
                  </a:ext>
                </a:extLst>
              </p:cNvPr>
              <p:cNvSpPr/>
              <p:nvPr/>
            </p:nvSpPr>
            <p:spPr>
              <a:xfrm rot="5400000">
                <a:off x="3549208" y="4482507"/>
                <a:ext cx="1123579" cy="142213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2" name="直线连接符 11">
                <a:extLst>
                  <a:ext uri="{FF2B5EF4-FFF2-40B4-BE49-F238E27FC236}">
                    <a16:creationId xmlns:a16="http://schemas.microsoft.com/office/drawing/2014/main" id="{9D0AAF0E-DB3D-AEBB-76CC-C81B2363CDFA}"/>
                  </a:ext>
                </a:extLst>
              </p:cNvPr>
              <p:cNvCxnSpPr/>
              <p:nvPr/>
            </p:nvCxnSpPr>
            <p:spPr>
              <a:xfrm>
                <a:off x="4034027" y="3991826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9A8158B-F143-2AA2-BAD5-CFB41EC92671}"/>
                </a:ext>
              </a:extLst>
            </p:cNvPr>
            <p:cNvGrpSpPr/>
            <p:nvPr/>
          </p:nvGrpSpPr>
          <p:grpSpPr>
            <a:xfrm>
              <a:off x="387167" y="4513595"/>
              <a:ext cx="1991056" cy="219180"/>
              <a:chOff x="1494693" y="5082304"/>
              <a:chExt cx="3387949" cy="372954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A53CE9C-8058-B980-463E-88D00221CBEE}"/>
                  </a:ext>
                </a:extLst>
              </p:cNvPr>
              <p:cNvSpPr/>
              <p:nvPr/>
            </p:nvSpPr>
            <p:spPr>
              <a:xfrm>
                <a:off x="1820985" y="5082304"/>
                <a:ext cx="2813537" cy="266091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9A962017-EA6E-E6CE-DF02-B7B1D74213A4}"/>
                  </a:ext>
                </a:extLst>
              </p:cNvPr>
              <p:cNvSpPr/>
              <p:nvPr/>
            </p:nvSpPr>
            <p:spPr>
              <a:xfrm>
                <a:off x="1494693" y="5348396"/>
                <a:ext cx="3387949" cy="10686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96948E34-8732-1514-5FD2-A57055B42634}"/>
                </a:ext>
              </a:extLst>
            </p:cNvPr>
            <p:cNvGrpSpPr/>
            <p:nvPr/>
          </p:nvGrpSpPr>
          <p:grpSpPr>
            <a:xfrm>
              <a:off x="1031470" y="4490844"/>
              <a:ext cx="668636" cy="29899"/>
              <a:chOff x="2352904" y="3444142"/>
              <a:chExt cx="1137741" cy="50876"/>
            </a:xfrm>
          </p:grpSpPr>
          <p:sp>
            <p:nvSpPr>
              <p:cNvPr id="17" name="三角形 16">
                <a:extLst>
                  <a:ext uri="{FF2B5EF4-FFF2-40B4-BE49-F238E27FC236}">
                    <a16:creationId xmlns:a16="http://schemas.microsoft.com/office/drawing/2014/main" id="{05236199-FC3F-858E-41E6-E03EF6074A08}"/>
                  </a:ext>
                </a:extLst>
              </p:cNvPr>
              <p:cNvSpPr/>
              <p:nvPr/>
            </p:nvSpPr>
            <p:spPr>
              <a:xfrm rot="10800000">
                <a:off x="2352904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三角形 17">
                <a:extLst>
                  <a:ext uri="{FF2B5EF4-FFF2-40B4-BE49-F238E27FC236}">
                    <a16:creationId xmlns:a16="http://schemas.microsoft.com/office/drawing/2014/main" id="{BB2717DB-3ED5-08A6-7988-90C948F1859E}"/>
                  </a:ext>
                </a:extLst>
              </p:cNvPr>
              <p:cNvSpPr/>
              <p:nvPr/>
            </p:nvSpPr>
            <p:spPr>
              <a:xfrm rot="10800000">
                <a:off x="2593622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三角形 18">
                <a:extLst>
                  <a:ext uri="{FF2B5EF4-FFF2-40B4-BE49-F238E27FC236}">
                    <a16:creationId xmlns:a16="http://schemas.microsoft.com/office/drawing/2014/main" id="{7F0162D5-07FE-CD33-D531-2691CBF4E8CF}"/>
                  </a:ext>
                </a:extLst>
              </p:cNvPr>
              <p:cNvSpPr/>
              <p:nvPr/>
            </p:nvSpPr>
            <p:spPr>
              <a:xfrm rot="10800000">
                <a:off x="2473263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0" name="三角形 19">
                <a:extLst>
                  <a:ext uri="{FF2B5EF4-FFF2-40B4-BE49-F238E27FC236}">
                    <a16:creationId xmlns:a16="http://schemas.microsoft.com/office/drawing/2014/main" id="{55A431BD-7172-A4EC-6AE4-9E3FF23FD8F5}"/>
                  </a:ext>
                </a:extLst>
              </p:cNvPr>
              <p:cNvSpPr/>
              <p:nvPr/>
            </p:nvSpPr>
            <p:spPr>
              <a:xfrm rot="10800000">
                <a:off x="2713981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1" name="三角形 20">
                <a:extLst>
                  <a:ext uri="{FF2B5EF4-FFF2-40B4-BE49-F238E27FC236}">
                    <a16:creationId xmlns:a16="http://schemas.microsoft.com/office/drawing/2014/main" id="{247CBF85-17AB-CDD6-7251-4FFE571D7806}"/>
                  </a:ext>
                </a:extLst>
              </p:cNvPr>
              <p:cNvSpPr/>
              <p:nvPr/>
            </p:nvSpPr>
            <p:spPr>
              <a:xfrm rot="10800000">
                <a:off x="2834340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2" name="三角形 21">
                <a:extLst>
                  <a:ext uri="{FF2B5EF4-FFF2-40B4-BE49-F238E27FC236}">
                    <a16:creationId xmlns:a16="http://schemas.microsoft.com/office/drawing/2014/main" id="{74A3A077-96F5-3C8F-A2A0-BD1A2E344221}"/>
                  </a:ext>
                </a:extLst>
              </p:cNvPr>
              <p:cNvSpPr/>
              <p:nvPr/>
            </p:nvSpPr>
            <p:spPr>
              <a:xfrm rot="10800000">
                <a:off x="3075058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3" name="三角形 22">
                <a:extLst>
                  <a:ext uri="{FF2B5EF4-FFF2-40B4-BE49-F238E27FC236}">
                    <a16:creationId xmlns:a16="http://schemas.microsoft.com/office/drawing/2014/main" id="{7B8CCB17-6E7A-D961-00C9-21F57503A504}"/>
                  </a:ext>
                </a:extLst>
              </p:cNvPr>
              <p:cNvSpPr/>
              <p:nvPr/>
            </p:nvSpPr>
            <p:spPr>
              <a:xfrm rot="10800000">
                <a:off x="2954699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4" name="三角形 23">
                <a:extLst>
                  <a:ext uri="{FF2B5EF4-FFF2-40B4-BE49-F238E27FC236}">
                    <a16:creationId xmlns:a16="http://schemas.microsoft.com/office/drawing/2014/main" id="{5C3E4946-B58C-E285-DECF-1FE926F285B4}"/>
                  </a:ext>
                </a:extLst>
              </p:cNvPr>
              <p:cNvSpPr/>
              <p:nvPr/>
            </p:nvSpPr>
            <p:spPr>
              <a:xfrm rot="10800000">
                <a:off x="3195417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5" name="三角形 24">
                <a:extLst>
                  <a:ext uri="{FF2B5EF4-FFF2-40B4-BE49-F238E27FC236}">
                    <a16:creationId xmlns:a16="http://schemas.microsoft.com/office/drawing/2014/main" id="{A1355891-B4F1-226B-8054-D7F9F5129FE9}"/>
                  </a:ext>
                </a:extLst>
              </p:cNvPr>
              <p:cNvSpPr/>
              <p:nvPr/>
            </p:nvSpPr>
            <p:spPr>
              <a:xfrm rot="10800000">
                <a:off x="3315776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26" name="三角形 25">
                <a:extLst>
                  <a:ext uri="{FF2B5EF4-FFF2-40B4-BE49-F238E27FC236}">
                    <a16:creationId xmlns:a16="http://schemas.microsoft.com/office/drawing/2014/main" id="{87D2ED5A-3257-3CBC-5080-F7286AF16814}"/>
                  </a:ext>
                </a:extLst>
              </p:cNvPr>
              <p:cNvSpPr/>
              <p:nvPr/>
            </p:nvSpPr>
            <p:spPr>
              <a:xfrm rot="10800000">
                <a:off x="3436135" y="3444142"/>
                <a:ext cx="54510" cy="50876"/>
              </a:xfrm>
              <a:prstGeom prst="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9A276849-988A-522E-355C-6B419ED6F7F0}"/>
                </a:ext>
              </a:extLst>
            </p:cNvPr>
            <p:cNvGrpSpPr/>
            <p:nvPr/>
          </p:nvGrpSpPr>
          <p:grpSpPr>
            <a:xfrm>
              <a:off x="2927305" y="4042065"/>
              <a:ext cx="81404" cy="401050"/>
              <a:chOff x="2076380" y="3962401"/>
              <a:chExt cx="138516" cy="1123582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E85267A-8919-478A-D1A1-5EC334039CEF}"/>
                  </a:ext>
                </a:extLst>
              </p:cNvPr>
              <p:cNvSpPr/>
              <p:nvPr/>
            </p:nvSpPr>
            <p:spPr>
              <a:xfrm rot="5400000">
                <a:off x="1583849" y="4454936"/>
                <a:ext cx="1123578" cy="138515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38" name="直线连接符 37">
                <a:extLst>
                  <a:ext uri="{FF2B5EF4-FFF2-40B4-BE49-F238E27FC236}">
                    <a16:creationId xmlns:a16="http://schemas.microsoft.com/office/drawing/2014/main" id="{EB76A15E-487D-C7DA-A7E0-0D3BF121326A}"/>
                  </a:ext>
                </a:extLst>
              </p:cNvPr>
              <p:cNvCxnSpPr/>
              <p:nvPr/>
            </p:nvCxnSpPr>
            <p:spPr>
              <a:xfrm>
                <a:off x="2214896" y="3962401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CF4AD5D0-300B-5184-50F2-D3A3C2F2CF48}"/>
                </a:ext>
              </a:extLst>
            </p:cNvPr>
            <p:cNvGrpSpPr/>
            <p:nvPr/>
          </p:nvGrpSpPr>
          <p:grpSpPr>
            <a:xfrm>
              <a:off x="4004610" y="4042065"/>
              <a:ext cx="87023" cy="401049"/>
              <a:chOff x="4034027" y="3991824"/>
              <a:chExt cx="148077" cy="1123580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CC66E325-09CC-C347-9AEB-555E589AD978}"/>
                  </a:ext>
                </a:extLst>
              </p:cNvPr>
              <p:cNvSpPr/>
              <p:nvPr/>
            </p:nvSpPr>
            <p:spPr>
              <a:xfrm rot="5400000">
                <a:off x="3549208" y="4482507"/>
                <a:ext cx="1123579" cy="142213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41" name="直线连接符 40">
                <a:extLst>
                  <a:ext uri="{FF2B5EF4-FFF2-40B4-BE49-F238E27FC236}">
                    <a16:creationId xmlns:a16="http://schemas.microsoft.com/office/drawing/2014/main" id="{8E498093-2106-826A-81A2-85A9DB5CB90F}"/>
                  </a:ext>
                </a:extLst>
              </p:cNvPr>
              <p:cNvCxnSpPr/>
              <p:nvPr/>
            </p:nvCxnSpPr>
            <p:spPr>
              <a:xfrm>
                <a:off x="4034027" y="3991826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9" name="直线连接符 58">
              <a:extLst>
                <a:ext uri="{FF2B5EF4-FFF2-40B4-BE49-F238E27FC236}">
                  <a16:creationId xmlns:a16="http://schemas.microsoft.com/office/drawing/2014/main" id="{3F0CB0A0-AA44-89D4-0170-C5267E8A6188}"/>
                </a:ext>
              </a:extLst>
            </p:cNvPr>
            <p:cNvCxnSpPr>
              <a:cxnSpLocks/>
              <a:endCxn id="5" idx="0"/>
            </p:cNvCxnSpPr>
            <p:nvPr/>
          </p:nvCxnSpPr>
          <p:spPr>
            <a:xfrm>
              <a:off x="1383686" y="3466800"/>
              <a:ext cx="0" cy="7805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线连接符 62">
              <a:extLst>
                <a:ext uri="{FF2B5EF4-FFF2-40B4-BE49-F238E27FC236}">
                  <a16:creationId xmlns:a16="http://schemas.microsoft.com/office/drawing/2014/main" id="{F3DA1C0D-4A09-2A78-5274-4FA0AA9EF6C1}"/>
                </a:ext>
              </a:extLst>
            </p:cNvPr>
            <p:cNvCxnSpPr/>
            <p:nvPr/>
          </p:nvCxnSpPr>
          <p:spPr>
            <a:xfrm>
              <a:off x="1232330" y="3466800"/>
              <a:ext cx="33764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8DD09C96-6106-BFE2-3DA2-249D847464D7}"/>
                </a:ext>
              </a:extLst>
            </p:cNvPr>
            <p:cNvGrpSpPr/>
            <p:nvPr/>
          </p:nvGrpSpPr>
          <p:grpSpPr>
            <a:xfrm>
              <a:off x="3023400" y="4251509"/>
              <a:ext cx="967287" cy="273413"/>
              <a:chOff x="5000457" y="4796935"/>
              <a:chExt cx="1645920" cy="465236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EFB3E8B9-84BB-F459-39CA-8E07C7494EA7}"/>
                  </a:ext>
                </a:extLst>
              </p:cNvPr>
              <p:cNvGrpSpPr/>
              <p:nvPr/>
            </p:nvGrpSpPr>
            <p:grpSpPr>
              <a:xfrm>
                <a:off x="5224091" y="5211295"/>
                <a:ext cx="1137741" cy="50876"/>
                <a:chOff x="2352904" y="3444142"/>
                <a:chExt cx="1137741" cy="50876"/>
              </a:xfrm>
            </p:grpSpPr>
            <p:sp>
              <p:nvSpPr>
                <p:cNvPr id="46" name="三角形 45">
                  <a:extLst>
                    <a:ext uri="{FF2B5EF4-FFF2-40B4-BE49-F238E27FC236}">
                      <a16:creationId xmlns:a16="http://schemas.microsoft.com/office/drawing/2014/main" id="{F6B4E9B8-A157-109E-FDDE-19295E4442A0}"/>
                    </a:ext>
                  </a:extLst>
                </p:cNvPr>
                <p:cNvSpPr/>
                <p:nvPr/>
              </p:nvSpPr>
              <p:spPr>
                <a:xfrm rot="10800000">
                  <a:off x="2352904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7" name="三角形 46">
                  <a:extLst>
                    <a:ext uri="{FF2B5EF4-FFF2-40B4-BE49-F238E27FC236}">
                      <a16:creationId xmlns:a16="http://schemas.microsoft.com/office/drawing/2014/main" id="{A42C38EF-B453-6542-4DCA-54A2401F3403}"/>
                    </a:ext>
                  </a:extLst>
                </p:cNvPr>
                <p:cNvSpPr/>
                <p:nvPr/>
              </p:nvSpPr>
              <p:spPr>
                <a:xfrm rot="10800000">
                  <a:off x="2593622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8" name="三角形 47">
                  <a:extLst>
                    <a:ext uri="{FF2B5EF4-FFF2-40B4-BE49-F238E27FC236}">
                      <a16:creationId xmlns:a16="http://schemas.microsoft.com/office/drawing/2014/main" id="{F9E18D04-9CF1-5310-25D8-C04356208614}"/>
                    </a:ext>
                  </a:extLst>
                </p:cNvPr>
                <p:cNvSpPr/>
                <p:nvPr/>
              </p:nvSpPr>
              <p:spPr>
                <a:xfrm rot="10800000">
                  <a:off x="2473263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49" name="三角形 48">
                  <a:extLst>
                    <a:ext uri="{FF2B5EF4-FFF2-40B4-BE49-F238E27FC236}">
                      <a16:creationId xmlns:a16="http://schemas.microsoft.com/office/drawing/2014/main" id="{04607B12-D00B-570D-5D6B-33EC64BBE5FC}"/>
                    </a:ext>
                  </a:extLst>
                </p:cNvPr>
                <p:cNvSpPr/>
                <p:nvPr/>
              </p:nvSpPr>
              <p:spPr>
                <a:xfrm rot="10800000">
                  <a:off x="2713981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0" name="三角形 49">
                  <a:extLst>
                    <a:ext uri="{FF2B5EF4-FFF2-40B4-BE49-F238E27FC236}">
                      <a16:creationId xmlns:a16="http://schemas.microsoft.com/office/drawing/2014/main" id="{DE1761E2-D8F2-8DDB-B1E4-AC413F71C807}"/>
                    </a:ext>
                  </a:extLst>
                </p:cNvPr>
                <p:cNvSpPr/>
                <p:nvPr/>
              </p:nvSpPr>
              <p:spPr>
                <a:xfrm rot="10800000">
                  <a:off x="2834340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" name="三角形 50">
                  <a:extLst>
                    <a:ext uri="{FF2B5EF4-FFF2-40B4-BE49-F238E27FC236}">
                      <a16:creationId xmlns:a16="http://schemas.microsoft.com/office/drawing/2014/main" id="{C849533F-FB06-1A21-BB59-D2010C5A346D}"/>
                    </a:ext>
                  </a:extLst>
                </p:cNvPr>
                <p:cNvSpPr/>
                <p:nvPr/>
              </p:nvSpPr>
              <p:spPr>
                <a:xfrm rot="10800000">
                  <a:off x="3075058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2" name="三角形 51">
                  <a:extLst>
                    <a:ext uri="{FF2B5EF4-FFF2-40B4-BE49-F238E27FC236}">
                      <a16:creationId xmlns:a16="http://schemas.microsoft.com/office/drawing/2014/main" id="{34503BBA-D96C-A35A-1A98-DBF2E7BB47FA}"/>
                    </a:ext>
                  </a:extLst>
                </p:cNvPr>
                <p:cNvSpPr/>
                <p:nvPr/>
              </p:nvSpPr>
              <p:spPr>
                <a:xfrm rot="10800000">
                  <a:off x="2954699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" name="三角形 52">
                  <a:extLst>
                    <a:ext uri="{FF2B5EF4-FFF2-40B4-BE49-F238E27FC236}">
                      <a16:creationId xmlns:a16="http://schemas.microsoft.com/office/drawing/2014/main" id="{3B9E1E81-E459-80F8-95B2-267589EED733}"/>
                    </a:ext>
                  </a:extLst>
                </p:cNvPr>
                <p:cNvSpPr/>
                <p:nvPr/>
              </p:nvSpPr>
              <p:spPr>
                <a:xfrm rot="10800000">
                  <a:off x="3195417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4" name="三角形 53">
                  <a:extLst>
                    <a:ext uri="{FF2B5EF4-FFF2-40B4-BE49-F238E27FC236}">
                      <a16:creationId xmlns:a16="http://schemas.microsoft.com/office/drawing/2014/main" id="{DB18F9BF-8CB9-C1F2-BB5E-526CD17BC4EE}"/>
                    </a:ext>
                  </a:extLst>
                </p:cNvPr>
                <p:cNvSpPr/>
                <p:nvPr/>
              </p:nvSpPr>
              <p:spPr>
                <a:xfrm rot="10800000">
                  <a:off x="3315776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5" name="三角形 54">
                  <a:extLst>
                    <a:ext uri="{FF2B5EF4-FFF2-40B4-BE49-F238E27FC236}">
                      <a16:creationId xmlns:a16="http://schemas.microsoft.com/office/drawing/2014/main" id="{88767F3D-321F-4E5D-784E-18D0E6490E08}"/>
                    </a:ext>
                  </a:extLst>
                </p:cNvPr>
                <p:cNvSpPr/>
                <p:nvPr/>
              </p:nvSpPr>
              <p:spPr>
                <a:xfrm rot="10800000">
                  <a:off x="3436135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33" name="组合 32">
                <a:extLst>
                  <a:ext uri="{FF2B5EF4-FFF2-40B4-BE49-F238E27FC236}">
                    <a16:creationId xmlns:a16="http://schemas.microsoft.com/office/drawing/2014/main" id="{88A84306-E10D-D575-7BE5-E8350AE78D61}"/>
                  </a:ext>
                </a:extLst>
              </p:cNvPr>
              <p:cNvGrpSpPr/>
              <p:nvPr/>
            </p:nvGrpSpPr>
            <p:grpSpPr>
              <a:xfrm>
                <a:off x="5000457" y="4796935"/>
                <a:ext cx="1645920" cy="408349"/>
                <a:chOff x="2423160" y="4218359"/>
                <a:chExt cx="1645920" cy="408349"/>
              </a:xfrm>
            </p:grpSpPr>
            <p:sp>
              <p:nvSpPr>
                <p:cNvPr id="34" name="矩形 33">
                  <a:extLst>
                    <a:ext uri="{FF2B5EF4-FFF2-40B4-BE49-F238E27FC236}">
                      <a16:creationId xmlns:a16="http://schemas.microsoft.com/office/drawing/2014/main" id="{90962C10-FF51-D62F-7870-5D3DE0F3E80B}"/>
                    </a:ext>
                  </a:extLst>
                </p:cNvPr>
                <p:cNvSpPr/>
                <p:nvPr/>
              </p:nvSpPr>
              <p:spPr>
                <a:xfrm>
                  <a:off x="2423160" y="4218359"/>
                  <a:ext cx="1645920" cy="27744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" name="梯形 34">
                  <a:extLst>
                    <a:ext uri="{FF2B5EF4-FFF2-40B4-BE49-F238E27FC236}">
                      <a16:creationId xmlns:a16="http://schemas.microsoft.com/office/drawing/2014/main" id="{03C3837B-4272-5D98-57A8-A11370B5D7AF}"/>
                    </a:ext>
                  </a:extLst>
                </p:cNvPr>
                <p:cNvSpPr/>
                <p:nvPr/>
              </p:nvSpPr>
              <p:spPr>
                <a:xfrm rot="10800000">
                  <a:off x="2529840" y="4495800"/>
                  <a:ext cx="1432560" cy="130908"/>
                </a:xfrm>
                <a:prstGeom prst="trapezoid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cxnSp>
          <p:nvCxnSpPr>
            <p:cNvPr id="66" name="直线连接符 65">
              <a:extLst>
                <a:ext uri="{FF2B5EF4-FFF2-40B4-BE49-F238E27FC236}">
                  <a16:creationId xmlns:a16="http://schemas.microsoft.com/office/drawing/2014/main" id="{0FCAFCDF-F298-CBE6-8C7B-38DAEF88C01F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H="1">
              <a:off x="1926487" y="4079972"/>
              <a:ext cx="860691" cy="0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线箭头连接符 68">
              <a:extLst>
                <a:ext uri="{FF2B5EF4-FFF2-40B4-BE49-F238E27FC236}">
                  <a16:creationId xmlns:a16="http://schemas.microsoft.com/office/drawing/2014/main" id="{41ED8C62-7204-E3B5-74FE-792807AD0DD8}"/>
                </a:ext>
              </a:extLst>
            </p:cNvPr>
            <p:cNvCxnSpPr/>
            <p:nvPr/>
          </p:nvCxnSpPr>
          <p:spPr>
            <a:xfrm flipV="1">
              <a:off x="844650" y="3463951"/>
              <a:ext cx="0" cy="613172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线箭头连接符 71">
              <a:extLst>
                <a:ext uri="{FF2B5EF4-FFF2-40B4-BE49-F238E27FC236}">
                  <a16:creationId xmlns:a16="http://schemas.microsoft.com/office/drawing/2014/main" id="{DF8FC58E-09C4-685E-4F7C-ECC968A771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7372" y="3466800"/>
              <a:ext cx="0" cy="1200087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线连接符 72">
              <a:extLst>
                <a:ext uri="{FF2B5EF4-FFF2-40B4-BE49-F238E27FC236}">
                  <a16:creationId xmlns:a16="http://schemas.microsoft.com/office/drawing/2014/main" id="{ABE66778-5FAB-6913-3026-42C2D75F1BC6}"/>
                </a:ext>
              </a:extLst>
            </p:cNvPr>
            <p:cNvCxnSpPr>
              <a:cxnSpLocks/>
            </p:cNvCxnSpPr>
            <p:nvPr/>
          </p:nvCxnSpPr>
          <p:spPr>
            <a:xfrm>
              <a:off x="205410" y="3466800"/>
              <a:ext cx="983544" cy="0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线箭头连接符 77">
              <a:extLst>
                <a:ext uri="{FF2B5EF4-FFF2-40B4-BE49-F238E27FC236}">
                  <a16:creationId xmlns:a16="http://schemas.microsoft.com/office/drawing/2014/main" id="{2CBE0CF8-1F97-D268-D132-9719FBE1ED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7988" y="3463951"/>
              <a:ext cx="0" cy="783379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线连接符 79">
              <a:extLst>
                <a:ext uri="{FF2B5EF4-FFF2-40B4-BE49-F238E27FC236}">
                  <a16:creationId xmlns:a16="http://schemas.microsoft.com/office/drawing/2014/main" id="{E033BBFF-93D5-5C4A-BA5A-E3C5F2C94291}"/>
                </a:ext>
              </a:extLst>
            </p:cNvPr>
            <p:cNvCxnSpPr/>
            <p:nvPr/>
          </p:nvCxnSpPr>
          <p:spPr>
            <a:xfrm>
              <a:off x="3344348" y="3639893"/>
              <a:ext cx="33764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线连接符 80">
              <a:extLst>
                <a:ext uri="{FF2B5EF4-FFF2-40B4-BE49-F238E27FC236}">
                  <a16:creationId xmlns:a16="http://schemas.microsoft.com/office/drawing/2014/main" id="{D07E09D3-507A-E0F4-D848-D611A89C5482}"/>
                </a:ext>
              </a:extLst>
            </p:cNvPr>
            <p:cNvCxnSpPr>
              <a:cxnSpLocks/>
              <a:endCxn id="34" idx="0"/>
            </p:cNvCxnSpPr>
            <p:nvPr/>
          </p:nvCxnSpPr>
          <p:spPr>
            <a:xfrm>
              <a:off x="3507044" y="3643460"/>
              <a:ext cx="0" cy="60804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线连接符 84">
              <a:extLst>
                <a:ext uri="{FF2B5EF4-FFF2-40B4-BE49-F238E27FC236}">
                  <a16:creationId xmlns:a16="http://schemas.microsoft.com/office/drawing/2014/main" id="{C076071B-04F8-F131-4CDD-018E2E9C37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0449" y="4037354"/>
              <a:ext cx="923526" cy="0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58F8604E-6D4E-4831-64AE-4D6D010FD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42158" y="3639893"/>
              <a:ext cx="0" cy="1037274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连接符 88">
              <a:extLst>
                <a:ext uri="{FF2B5EF4-FFF2-40B4-BE49-F238E27FC236}">
                  <a16:creationId xmlns:a16="http://schemas.microsoft.com/office/drawing/2014/main" id="{89301749-8F7F-03A6-3025-18A66488CD0E}"/>
                </a:ext>
              </a:extLst>
            </p:cNvPr>
            <p:cNvCxnSpPr>
              <a:cxnSpLocks/>
            </p:cNvCxnSpPr>
            <p:nvPr/>
          </p:nvCxnSpPr>
          <p:spPr>
            <a:xfrm>
              <a:off x="3720695" y="3639893"/>
              <a:ext cx="780885" cy="0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箭头连接符 91">
              <a:extLst>
                <a:ext uri="{FF2B5EF4-FFF2-40B4-BE49-F238E27FC236}">
                  <a16:creationId xmlns:a16="http://schemas.microsoft.com/office/drawing/2014/main" id="{B30A703B-D398-3BF2-5419-D810197BE5FA}"/>
                </a:ext>
              </a:extLst>
            </p:cNvPr>
            <p:cNvCxnSpPr>
              <a:cxnSpLocks/>
              <a:stCxn id="40" idx="1"/>
            </p:cNvCxnSpPr>
            <p:nvPr/>
          </p:nvCxnSpPr>
          <p:spPr>
            <a:xfrm flipV="1">
              <a:off x="4049844" y="3639893"/>
              <a:ext cx="0" cy="402172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线箭头连接符 93">
              <a:extLst>
                <a:ext uri="{FF2B5EF4-FFF2-40B4-BE49-F238E27FC236}">
                  <a16:creationId xmlns:a16="http://schemas.microsoft.com/office/drawing/2014/main" id="{DA000504-44AE-860F-57A3-1373378DA6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6344" y="3639893"/>
              <a:ext cx="0" cy="607437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F3FD8BFE-F24D-18F8-B649-C4EDEA831567}"/>
                </a:ext>
              </a:extLst>
            </p:cNvPr>
            <p:cNvGrpSpPr/>
            <p:nvPr/>
          </p:nvGrpSpPr>
          <p:grpSpPr>
            <a:xfrm>
              <a:off x="4630643" y="4511993"/>
              <a:ext cx="1991056" cy="219180"/>
              <a:chOff x="1494693" y="5082304"/>
              <a:chExt cx="3387949" cy="372954"/>
            </a:xfrm>
          </p:grpSpPr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F34F2643-5A3C-1504-D3A5-1FB04AEB904A}"/>
                  </a:ext>
                </a:extLst>
              </p:cNvPr>
              <p:cNvSpPr/>
              <p:nvPr/>
            </p:nvSpPr>
            <p:spPr>
              <a:xfrm>
                <a:off x="1820985" y="5082304"/>
                <a:ext cx="2813537" cy="266091"/>
              </a:xfrm>
              <a:prstGeom prst="rect">
                <a:avLst/>
              </a:prstGeom>
              <a:blipFill>
                <a:blip r:embed="rId2"/>
                <a:tile tx="0" ty="0" sx="100000" sy="100000" flip="none" algn="tl"/>
              </a:blipFill>
              <a:ln w="127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08E24EF5-1DFE-1304-83D2-0EE0D9C32E4A}"/>
                  </a:ext>
                </a:extLst>
              </p:cNvPr>
              <p:cNvSpPr/>
              <p:nvPr/>
            </p:nvSpPr>
            <p:spPr>
              <a:xfrm>
                <a:off x="1494693" y="5348396"/>
                <a:ext cx="3387949" cy="106862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0A3885D1-29D7-417E-FB90-D2D0AA5A85BD}"/>
                </a:ext>
              </a:extLst>
            </p:cNvPr>
            <p:cNvGrpSpPr/>
            <p:nvPr/>
          </p:nvGrpSpPr>
          <p:grpSpPr>
            <a:xfrm>
              <a:off x="5047424" y="4071254"/>
              <a:ext cx="81404" cy="401050"/>
              <a:chOff x="2076380" y="3962401"/>
              <a:chExt cx="138516" cy="1123582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08136AD9-79DB-84FD-907C-A859940CE7E6}"/>
                  </a:ext>
                </a:extLst>
              </p:cNvPr>
              <p:cNvSpPr/>
              <p:nvPr/>
            </p:nvSpPr>
            <p:spPr>
              <a:xfrm rot="5400000">
                <a:off x="1583849" y="4454936"/>
                <a:ext cx="1123578" cy="138515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03" name="直线连接符 102">
                <a:extLst>
                  <a:ext uri="{FF2B5EF4-FFF2-40B4-BE49-F238E27FC236}">
                    <a16:creationId xmlns:a16="http://schemas.microsoft.com/office/drawing/2014/main" id="{459ACBC5-E9A2-C770-E999-9BA236BA4550}"/>
                  </a:ext>
                </a:extLst>
              </p:cNvPr>
              <p:cNvCxnSpPr/>
              <p:nvPr/>
            </p:nvCxnSpPr>
            <p:spPr>
              <a:xfrm>
                <a:off x="2214896" y="3962401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4" name="组合 103">
              <a:extLst>
                <a:ext uri="{FF2B5EF4-FFF2-40B4-BE49-F238E27FC236}">
                  <a16:creationId xmlns:a16="http://schemas.microsoft.com/office/drawing/2014/main" id="{BA03FC91-E8CE-6572-DFA3-6E9F9AF8AC5E}"/>
                </a:ext>
              </a:extLst>
            </p:cNvPr>
            <p:cNvGrpSpPr/>
            <p:nvPr/>
          </p:nvGrpSpPr>
          <p:grpSpPr>
            <a:xfrm>
              <a:off x="6124729" y="4071254"/>
              <a:ext cx="87023" cy="401049"/>
              <a:chOff x="4034027" y="3991824"/>
              <a:chExt cx="148077" cy="1123580"/>
            </a:xfrm>
          </p:grpSpPr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FE60EB54-C8EB-67F4-2486-E3498CD2A93A}"/>
                  </a:ext>
                </a:extLst>
              </p:cNvPr>
              <p:cNvSpPr/>
              <p:nvPr/>
            </p:nvSpPr>
            <p:spPr>
              <a:xfrm rot="5400000">
                <a:off x="3549208" y="4482507"/>
                <a:ext cx="1123579" cy="142213"/>
              </a:xfrm>
              <a:prstGeom prst="rect">
                <a:avLst/>
              </a:prstGeom>
              <a:pattFill prst="wdDnDiag">
                <a:fgClr>
                  <a:schemeClr val="tx1"/>
                </a:fgClr>
                <a:bgClr>
                  <a:schemeClr val="bg1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cxnSp>
            <p:nvCxnSpPr>
              <p:cNvPr id="106" name="直线连接符 105">
                <a:extLst>
                  <a:ext uri="{FF2B5EF4-FFF2-40B4-BE49-F238E27FC236}">
                    <a16:creationId xmlns:a16="http://schemas.microsoft.com/office/drawing/2014/main" id="{2CE4B9C1-9E25-578F-6AA6-53056D175697}"/>
                  </a:ext>
                </a:extLst>
              </p:cNvPr>
              <p:cNvCxnSpPr/>
              <p:nvPr/>
            </p:nvCxnSpPr>
            <p:spPr>
              <a:xfrm>
                <a:off x="4034027" y="3991826"/>
                <a:ext cx="0" cy="112357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9E184A29-4A7F-59F2-F43F-C279E0CE26D8}"/>
                </a:ext>
              </a:extLst>
            </p:cNvPr>
            <p:cNvSpPr/>
            <p:nvPr/>
          </p:nvSpPr>
          <p:spPr>
            <a:xfrm>
              <a:off x="5210560" y="4437433"/>
              <a:ext cx="829972" cy="1264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8" name="组合 107">
              <a:extLst>
                <a:ext uri="{FF2B5EF4-FFF2-40B4-BE49-F238E27FC236}">
                  <a16:creationId xmlns:a16="http://schemas.microsoft.com/office/drawing/2014/main" id="{FFA806EA-4420-F5B9-1C51-FC7620A2F955}"/>
                </a:ext>
              </a:extLst>
            </p:cNvPr>
            <p:cNvGrpSpPr/>
            <p:nvPr/>
          </p:nvGrpSpPr>
          <p:grpSpPr>
            <a:xfrm>
              <a:off x="5143519" y="4292456"/>
              <a:ext cx="967287" cy="273413"/>
              <a:chOff x="5000457" y="4796935"/>
              <a:chExt cx="1645920" cy="465236"/>
            </a:xfrm>
          </p:grpSpPr>
          <p:grpSp>
            <p:nvGrpSpPr>
              <p:cNvPr id="109" name="组合 108">
                <a:extLst>
                  <a:ext uri="{FF2B5EF4-FFF2-40B4-BE49-F238E27FC236}">
                    <a16:creationId xmlns:a16="http://schemas.microsoft.com/office/drawing/2014/main" id="{3967CE42-FADF-5E7E-4663-FB5952E1D3BE}"/>
                  </a:ext>
                </a:extLst>
              </p:cNvPr>
              <p:cNvGrpSpPr/>
              <p:nvPr/>
            </p:nvGrpSpPr>
            <p:grpSpPr>
              <a:xfrm>
                <a:off x="5224091" y="5211295"/>
                <a:ext cx="1137741" cy="50876"/>
                <a:chOff x="2352904" y="3444142"/>
                <a:chExt cx="1137741" cy="50876"/>
              </a:xfrm>
            </p:grpSpPr>
            <p:sp>
              <p:nvSpPr>
                <p:cNvPr id="113" name="三角形 112">
                  <a:extLst>
                    <a:ext uri="{FF2B5EF4-FFF2-40B4-BE49-F238E27FC236}">
                      <a16:creationId xmlns:a16="http://schemas.microsoft.com/office/drawing/2014/main" id="{7973CD3F-B809-5F14-1D2A-3082BA61A278}"/>
                    </a:ext>
                  </a:extLst>
                </p:cNvPr>
                <p:cNvSpPr/>
                <p:nvPr/>
              </p:nvSpPr>
              <p:spPr>
                <a:xfrm rot="10800000">
                  <a:off x="2352904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4" name="三角形 113">
                  <a:extLst>
                    <a:ext uri="{FF2B5EF4-FFF2-40B4-BE49-F238E27FC236}">
                      <a16:creationId xmlns:a16="http://schemas.microsoft.com/office/drawing/2014/main" id="{BC33A19C-02B4-4C83-F16F-F049A6ED7463}"/>
                    </a:ext>
                  </a:extLst>
                </p:cNvPr>
                <p:cNvSpPr/>
                <p:nvPr/>
              </p:nvSpPr>
              <p:spPr>
                <a:xfrm rot="10800000">
                  <a:off x="2593622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5" name="三角形 114">
                  <a:extLst>
                    <a:ext uri="{FF2B5EF4-FFF2-40B4-BE49-F238E27FC236}">
                      <a16:creationId xmlns:a16="http://schemas.microsoft.com/office/drawing/2014/main" id="{F101545A-B112-E42B-0A44-EF140372B0AD}"/>
                    </a:ext>
                  </a:extLst>
                </p:cNvPr>
                <p:cNvSpPr/>
                <p:nvPr/>
              </p:nvSpPr>
              <p:spPr>
                <a:xfrm rot="10800000">
                  <a:off x="2473263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6" name="三角形 115">
                  <a:extLst>
                    <a:ext uri="{FF2B5EF4-FFF2-40B4-BE49-F238E27FC236}">
                      <a16:creationId xmlns:a16="http://schemas.microsoft.com/office/drawing/2014/main" id="{D64CD297-1D64-AB50-EA4E-CCD7DDF3F271}"/>
                    </a:ext>
                  </a:extLst>
                </p:cNvPr>
                <p:cNvSpPr/>
                <p:nvPr/>
              </p:nvSpPr>
              <p:spPr>
                <a:xfrm rot="10800000">
                  <a:off x="2713981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7" name="三角形 116">
                  <a:extLst>
                    <a:ext uri="{FF2B5EF4-FFF2-40B4-BE49-F238E27FC236}">
                      <a16:creationId xmlns:a16="http://schemas.microsoft.com/office/drawing/2014/main" id="{19D31F53-AD5D-6A0B-5091-BA7119C82E0B}"/>
                    </a:ext>
                  </a:extLst>
                </p:cNvPr>
                <p:cNvSpPr/>
                <p:nvPr/>
              </p:nvSpPr>
              <p:spPr>
                <a:xfrm rot="10800000">
                  <a:off x="2834340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8" name="三角形 117">
                  <a:extLst>
                    <a:ext uri="{FF2B5EF4-FFF2-40B4-BE49-F238E27FC236}">
                      <a16:creationId xmlns:a16="http://schemas.microsoft.com/office/drawing/2014/main" id="{E729E06D-3CBB-14DC-E4A8-24FCFF4E79B3}"/>
                    </a:ext>
                  </a:extLst>
                </p:cNvPr>
                <p:cNvSpPr/>
                <p:nvPr/>
              </p:nvSpPr>
              <p:spPr>
                <a:xfrm rot="10800000">
                  <a:off x="3075058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9" name="三角形 118">
                  <a:extLst>
                    <a:ext uri="{FF2B5EF4-FFF2-40B4-BE49-F238E27FC236}">
                      <a16:creationId xmlns:a16="http://schemas.microsoft.com/office/drawing/2014/main" id="{8F697617-C758-BF6A-C464-F5899D3A33D5}"/>
                    </a:ext>
                  </a:extLst>
                </p:cNvPr>
                <p:cNvSpPr/>
                <p:nvPr/>
              </p:nvSpPr>
              <p:spPr>
                <a:xfrm rot="10800000">
                  <a:off x="2954699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0" name="三角形 119">
                  <a:extLst>
                    <a:ext uri="{FF2B5EF4-FFF2-40B4-BE49-F238E27FC236}">
                      <a16:creationId xmlns:a16="http://schemas.microsoft.com/office/drawing/2014/main" id="{76933ACD-698D-ABDB-C135-27D0025A1E65}"/>
                    </a:ext>
                  </a:extLst>
                </p:cNvPr>
                <p:cNvSpPr/>
                <p:nvPr/>
              </p:nvSpPr>
              <p:spPr>
                <a:xfrm rot="10800000">
                  <a:off x="3195417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1" name="三角形 120">
                  <a:extLst>
                    <a:ext uri="{FF2B5EF4-FFF2-40B4-BE49-F238E27FC236}">
                      <a16:creationId xmlns:a16="http://schemas.microsoft.com/office/drawing/2014/main" id="{74386160-0D56-8E12-5F5D-E3FE596CCDA0}"/>
                    </a:ext>
                  </a:extLst>
                </p:cNvPr>
                <p:cNvSpPr/>
                <p:nvPr/>
              </p:nvSpPr>
              <p:spPr>
                <a:xfrm rot="10800000">
                  <a:off x="3315776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22" name="三角形 121">
                  <a:extLst>
                    <a:ext uri="{FF2B5EF4-FFF2-40B4-BE49-F238E27FC236}">
                      <a16:creationId xmlns:a16="http://schemas.microsoft.com/office/drawing/2014/main" id="{1067FE1E-7DE1-702C-BBD7-7E6ABA38289E}"/>
                    </a:ext>
                  </a:extLst>
                </p:cNvPr>
                <p:cNvSpPr/>
                <p:nvPr/>
              </p:nvSpPr>
              <p:spPr>
                <a:xfrm rot="10800000">
                  <a:off x="3436135" y="3444142"/>
                  <a:ext cx="54510" cy="50876"/>
                </a:xfrm>
                <a:prstGeom prst="triangl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A19BEEC0-BD9B-2E31-C5A7-4368BF177589}"/>
                  </a:ext>
                </a:extLst>
              </p:cNvPr>
              <p:cNvGrpSpPr/>
              <p:nvPr/>
            </p:nvGrpSpPr>
            <p:grpSpPr>
              <a:xfrm>
                <a:off x="5000457" y="4796935"/>
                <a:ext cx="1645920" cy="408349"/>
                <a:chOff x="2423160" y="4218359"/>
                <a:chExt cx="1645920" cy="408349"/>
              </a:xfrm>
            </p:grpSpPr>
            <p:sp>
              <p:nvSpPr>
                <p:cNvPr id="111" name="矩形 110">
                  <a:extLst>
                    <a:ext uri="{FF2B5EF4-FFF2-40B4-BE49-F238E27FC236}">
                      <a16:creationId xmlns:a16="http://schemas.microsoft.com/office/drawing/2014/main" id="{F8432D57-9196-8E6D-FF7E-6B30E22548BB}"/>
                    </a:ext>
                  </a:extLst>
                </p:cNvPr>
                <p:cNvSpPr/>
                <p:nvPr/>
              </p:nvSpPr>
              <p:spPr>
                <a:xfrm>
                  <a:off x="2423160" y="4218359"/>
                  <a:ext cx="1645920" cy="27744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112" name="梯形 111">
                  <a:extLst>
                    <a:ext uri="{FF2B5EF4-FFF2-40B4-BE49-F238E27FC236}">
                      <a16:creationId xmlns:a16="http://schemas.microsoft.com/office/drawing/2014/main" id="{8E7B7B0E-7AB2-E2A9-4D4E-E7CC775B6E47}"/>
                    </a:ext>
                  </a:extLst>
                </p:cNvPr>
                <p:cNvSpPr/>
                <p:nvPr/>
              </p:nvSpPr>
              <p:spPr>
                <a:xfrm rot="10800000">
                  <a:off x="2529840" y="4495800"/>
                  <a:ext cx="1432560" cy="130908"/>
                </a:xfrm>
                <a:prstGeom prst="trapezoid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</p:grpSp>
        </p:grpSp>
        <p:cxnSp>
          <p:nvCxnSpPr>
            <p:cNvPr id="123" name="直线连接符 122">
              <a:extLst>
                <a:ext uri="{FF2B5EF4-FFF2-40B4-BE49-F238E27FC236}">
                  <a16:creationId xmlns:a16="http://schemas.microsoft.com/office/drawing/2014/main" id="{4B8A6396-F120-7ACD-C08C-2EDEC58EB5BD}"/>
                </a:ext>
              </a:extLst>
            </p:cNvPr>
            <p:cNvCxnSpPr/>
            <p:nvPr/>
          </p:nvCxnSpPr>
          <p:spPr>
            <a:xfrm>
              <a:off x="5464467" y="3572309"/>
              <a:ext cx="337649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线连接符 123">
              <a:extLst>
                <a:ext uri="{FF2B5EF4-FFF2-40B4-BE49-F238E27FC236}">
                  <a16:creationId xmlns:a16="http://schemas.microsoft.com/office/drawing/2014/main" id="{C46D5583-7903-94B2-0C65-C0A4459DC4CB}"/>
                </a:ext>
              </a:extLst>
            </p:cNvPr>
            <p:cNvCxnSpPr>
              <a:cxnSpLocks/>
              <a:endCxn id="111" idx="0"/>
            </p:cNvCxnSpPr>
            <p:nvPr/>
          </p:nvCxnSpPr>
          <p:spPr>
            <a:xfrm>
              <a:off x="5627163" y="3578126"/>
              <a:ext cx="0" cy="7143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线箭头连接符 124">
              <a:extLst>
                <a:ext uri="{FF2B5EF4-FFF2-40B4-BE49-F238E27FC236}">
                  <a16:creationId xmlns:a16="http://schemas.microsoft.com/office/drawing/2014/main" id="{5EEBD4C0-5107-C717-619D-140B04DA83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2277" y="3572309"/>
              <a:ext cx="0" cy="1103256"/>
            </a:xfrm>
            <a:prstGeom prst="straightConnector1">
              <a:avLst/>
            </a:prstGeom>
            <a:ln w="12700">
              <a:headEnd type="stealth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线连接符 125">
              <a:extLst>
                <a:ext uri="{FF2B5EF4-FFF2-40B4-BE49-F238E27FC236}">
                  <a16:creationId xmlns:a16="http://schemas.microsoft.com/office/drawing/2014/main" id="{E6BA8C9A-A7C9-0DD1-E3C3-47AF9406A2B6}"/>
                </a:ext>
              </a:extLst>
            </p:cNvPr>
            <p:cNvCxnSpPr>
              <a:cxnSpLocks/>
            </p:cNvCxnSpPr>
            <p:nvPr/>
          </p:nvCxnSpPr>
          <p:spPr>
            <a:xfrm>
              <a:off x="5840814" y="3572309"/>
              <a:ext cx="780885" cy="0"/>
            </a:xfrm>
            <a:prstGeom prst="line">
              <a:avLst/>
            </a:prstGeom>
            <a:ln w="12700"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D113F97-E994-1EC0-EA84-B98B35A472DD}"/>
                    </a:ext>
                  </a:extLst>
                </p:cNvPr>
                <p:cNvSpPr txBox="1"/>
                <p:nvPr/>
              </p:nvSpPr>
              <p:spPr>
                <a:xfrm rot="16200000">
                  <a:off x="608528" y="3654892"/>
                  <a:ext cx="21441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7D113F97-E994-1EC0-EA84-B98B35A472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08528" y="3654892"/>
                  <a:ext cx="214418" cy="184666"/>
                </a:xfrm>
                <a:prstGeom prst="rect">
                  <a:avLst/>
                </a:prstGeom>
                <a:blipFill>
                  <a:blip r:embed="rId3"/>
                  <a:stretch>
                    <a:fillRect t="-5556" r="-13333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266862AC-537A-FEE8-4883-4098968E3B1F}"/>
                    </a:ext>
                  </a:extLst>
                </p:cNvPr>
                <p:cNvSpPr txBox="1"/>
                <p:nvPr/>
              </p:nvSpPr>
              <p:spPr>
                <a:xfrm rot="16200000">
                  <a:off x="209404" y="3992352"/>
                  <a:ext cx="21800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266862AC-537A-FEE8-4883-4098968E3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09404" y="3992352"/>
                  <a:ext cx="218008" cy="184666"/>
                </a:xfrm>
                <a:prstGeom prst="rect">
                  <a:avLst/>
                </a:prstGeom>
                <a:blipFill>
                  <a:blip r:embed="rId4"/>
                  <a:stretch>
                    <a:fillRect t="-5263" r="-12500" b="-157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D19C4E9-5620-8C3E-C845-3B24CFA1BC2B}"/>
                    </a:ext>
                  </a:extLst>
                </p:cNvPr>
                <p:cNvSpPr txBox="1"/>
                <p:nvPr/>
              </p:nvSpPr>
              <p:spPr>
                <a:xfrm rot="16200000">
                  <a:off x="1158794" y="3790963"/>
                  <a:ext cx="20678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37" name="文本框 136">
                  <a:extLst>
                    <a:ext uri="{FF2B5EF4-FFF2-40B4-BE49-F238E27FC236}">
                      <a16:creationId xmlns:a16="http://schemas.microsoft.com/office/drawing/2014/main" id="{9D19C4E9-5620-8C3E-C845-3B24CFA1BC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1158794" y="3790963"/>
                  <a:ext cx="206788" cy="184666"/>
                </a:xfrm>
                <a:prstGeom prst="rect">
                  <a:avLst/>
                </a:prstGeom>
                <a:blipFill>
                  <a:blip r:embed="rId5"/>
                  <a:stretch>
                    <a:fillRect t="-5882" r="-6250" b="-176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1ED4EBCD-D4FD-E02D-83EF-BCC5E7F4073A}"/>
                    </a:ext>
                  </a:extLst>
                </p:cNvPr>
                <p:cNvSpPr txBox="1"/>
                <p:nvPr/>
              </p:nvSpPr>
              <p:spPr>
                <a:xfrm rot="16200000">
                  <a:off x="3817272" y="3750925"/>
                  <a:ext cx="21441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38" name="文本框 137">
                  <a:extLst>
                    <a:ext uri="{FF2B5EF4-FFF2-40B4-BE49-F238E27FC236}">
                      <a16:creationId xmlns:a16="http://schemas.microsoft.com/office/drawing/2014/main" id="{1ED4EBCD-D4FD-E02D-83EF-BCC5E7F407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817272" y="3750925"/>
                  <a:ext cx="214418" cy="184666"/>
                </a:xfrm>
                <a:prstGeom prst="rect">
                  <a:avLst/>
                </a:prstGeom>
                <a:blipFill>
                  <a:blip r:embed="rId6"/>
                  <a:stretch>
                    <a:fillRect t="-5263" r="-12500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C548C3E-8D1B-9344-C844-FC8566EF20AC}"/>
                    </a:ext>
                  </a:extLst>
                </p:cNvPr>
                <p:cNvSpPr txBox="1"/>
                <p:nvPr/>
              </p:nvSpPr>
              <p:spPr>
                <a:xfrm rot="16200000">
                  <a:off x="6349232" y="4000703"/>
                  <a:ext cx="21800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39" name="文本框 138">
                  <a:extLst>
                    <a:ext uri="{FF2B5EF4-FFF2-40B4-BE49-F238E27FC236}">
                      <a16:creationId xmlns:a16="http://schemas.microsoft.com/office/drawing/2014/main" id="{3C548C3E-8D1B-9344-C844-FC8566EF20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6349232" y="4000703"/>
                  <a:ext cx="218008" cy="184666"/>
                </a:xfrm>
                <a:prstGeom prst="rect">
                  <a:avLst/>
                </a:prstGeom>
                <a:blipFill>
                  <a:blip r:embed="rId7"/>
                  <a:stretch>
                    <a:fillRect t="-5556" r="-13333"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477C9C87-F694-4375-84B7-12244DB2DE47}"/>
                    </a:ext>
                  </a:extLst>
                </p:cNvPr>
                <p:cNvSpPr txBox="1"/>
                <p:nvPr/>
              </p:nvSpPr>
              <p:spPr>
                <a:xfrm rot="16200000">
                  <a:off x="4213549" y="4057070"/>
                  <a:ext cx="218008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40" name="文本框 139">
                  <a:extLst>
                    <a:ext uri="{FF2B5EF4-FFF2-40B4-BE49-F238E27FC236}">
                      <a16:creationId xmlns:a16="http://schemas.microsoft.com/office/drawing/2014/main" id="{477C9C87-F694-4375-84B7-12244DB2DE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213549" y="4057070"/>
                  <a:ext cx="218008" cy="184666"/>
                </a:xfrm>
                <a:prstGeom prst="rect">
                  <a:avLst/>
                </a:prstGeom>
                <a:blipFill>
                  <a:blip r:embed="rId8"/>
                  <a:stretch>
                    <a:fillRect t="-5263" r="-13333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1" name="直线箭头连接符 140">
              <a:extLst>
                <a:ext uri="{FF2B5EF4-FFF2-40B4-BE49-F238E27FC236}">
                  <a16:creationId xmlns:a16="http://schemas.microsoft.com/office/drawing/2014/main" id="{6272100A-D20C-9DBE-AC4F-A2D400407D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46352" y="4079972"/>
              <a:ext cx="0" cy="185797"/>
            </a:xfrm>
            <a:prstGeom prst="straightConnector1">
              <a:avLst/>
            </a:prstGeom>
            <a:ln w="12700"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线箭头连接符 141">
              <a:extLst>
                <a:ext uri="{FF2B5EF4-FFF2-40B4-BE49-F238E27FC236}">
                  <a16:creationId xmlns:a16="http://schemas.microsoft.com/office/drawing/2014/main" id="{EEB35923-B429-3AF5-F079-DBEF53798AD5}"/>
                </a:ext>
              </a:extLst>
            </p:cNvPr>
            <p:cNvCxnSpPr>
              <a:cxnSpLocks/>
            </p:cNvCxnSpPr>
            <p:nvPr/>
          </p:nvCxnSpPr>
          <p:spPr>
            <a:xfrm>
              <a:off x="2446352" y="3722985"/>
              <a:ext cx="0" cy="299708"/>
            </a:xfrm>
            <a:prstGeom prst="straightConnector1">
              <a:avLst/>
            </a:prstGeom>
            <a:ln w="12700">
              <a:headEnd type="none"/>
              <a:tailEnd type="stealt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线箭头连接符 144">
              <a:extLst>
                <a:ext uri="{FF2B5EF4-FFF2-40B4-BE49-F238E27FC236}">
                  <a16:creationId xmlns:a16="http://schemas.microsoft.com/office/drawing/2014/main" id="{A8F243C9-09DA-C8CC-2EF6-0D93270D4107}"/>
                </a:ext>
              </a:extLst>
            </p:cNvPr>
            <p:cNvCxnSpPr>
              <a:cxnSpLocks/>
            </p:cNvCxnSpPr>
            <p:nvPr/>
          </p:nvCxnSpPr>
          <p:spPr>
            <a:xfrm>
              <a:off x="2448459" y="4037354"/>
              <a:ext cx="0" cy="42618"/>
            </a:xfrm>
            <a:prstGeom prst="straightConnector1">
              <a:avLst/>
            </a:prstGeom>
            <a:ln w="12700">
              <a:headEnd type="non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11042F91-703B-BB17-32CD-FED99AC7F9F3}"/>
                    </a:ext>
                  </a:extLst>
                </p:cNvPr>
                <p:cNvSpPr txBox="1"/>
                <p:nvPr/>
              </p:nvSpPr>
              <p:spPr>
                <a:xfrm rot="16200000">
                  <a:off x="2231404" y="3740269"/>
                  <a:ext cx="178382" cy="19947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kumimoji="1" lang="en-US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kumimoji="1" lang="en-US" altLang="zh-CN" sz="1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dirty="0"/>
                </a:p>
              </p:txBody>
            </p:sp>
          </mc:Choice>
          <mc:Fallback>
            <p:sp>
              <p:nvSpPr>
                <p:cNvPr id="148" name="文本框 147">
                  <a:extLst>
                    <a:ext uri="{FF2B5EF4-FFF2-40B4-BE49-F238E27FC236}">
                      <a16:creationId xmlns:a16="http://schemas.microsoft.com/office/drawing/2014/main" id="{11042F91-703B-BB17-32CD-FED99AC7F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2231404" y="3740269"/>
                  <a:ext cx="178382" cy="199478"/>
                </a:xfrm>
                <a:prstGeom prst="rect">
                  <a:avLst/>
                </a:prstGeom>
                <a:blipFill>
                  <a:blip r:embed="rId9"/>
                  <a:stretch>
                    <a:fillRect t="-13333" r="-18750"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25611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F862214-57A3-E346-893C-E72FF2FA4548}">
  <we:reference id="wa104381909" version="3.23.0.0" store="en-US" storeType="OMEX"/>
  <we:alternateReferences>
    <we:reference id="WA104381909" version="3.23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6731</TotalTime>
  <Words>12</Words>
  <Application>Microsoft Macintosh PowerPoint</Application>
  <PresentationFormat>自定义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SimSun</vt:lpstr>
      <vt:lpstr>Aptos</vt:lpstr>
      <vt:lpstr>Aptos Display</vt:lpstr>
      <vt:lpstr>Arial</vt:lpstr>
      <vt:lpstr>Cambria Math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Benchun Yao</dc:creator>
  <cp:lastModifiedBy>Benchun Yao</cp:lastModifiedBy>
  <cp:revision>3</cp:revision>
  <dcterms:created xsi:type="dcterms:W3CDTF">2026-08-18T07:22:38Z</dcterms:created>
  <dcterms:modified xsi:type="dcterms:W3CDTF">2026-08-22T23:34:05Z</dcterms:modified>
</cp:coreProperties>
</file>